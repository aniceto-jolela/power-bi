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97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3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81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080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855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36914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49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49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4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95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741728-4892-4521-8AB3-0D7508533545}" type="datetimeFigureOut">
              <a:rPr lang="pt-PT" smtClean="0"/>
              <a:t>02/09/2026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A256A09-BCD7-46FA-991E-62CE2C50EA70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910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07754-6419-9086-C05A-541A5FFA8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133599"/>
          </a:xfrm>
        </p:spPr>
        <p:txBody>
          <a:bodyPr/>
          <a:lstStyle/>
          <a:p>
            <a:r>
              <a:rPr lang="pt-PT" dirty="0"/>
              <a:t>contabilidade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F1C72E-8CEF-5C5F-C571-687995DD5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57345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400" dirty="0"/>
              <a:t>Balanços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400" dirty="0"/>
              <a:t>Fluxo de caixa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400" dirty="0"/>
              <a:t>Demostrações de resultados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PT" sz="1400" dirty="0"/>
              <a:t>Analises de indicadores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E1760E-D921-7CE6-898F-406811BFC899}"/>
              </a:ext>
            </a:extLst>
          </p:cNvPr>
          <p:cNvSpPr txBox="1"/>
          <p:nvPr/>
        </p:nvSpPr>
        <p:spPr>
          <a:xfrm>
            <a:off x="781235" y="5388746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Angelo Simão</a:t>
            </a:r>
          </a:p>
        </p:txBody>
      </p:sp>
    </p:spTree>
    <p:extLst>
      <p:ext uri="{BB962C8B-B14F-4D97-AF65-F5344CB8AC3E}">
        <p14:creationId xmlns:p14="http://schemas.microsoft.com/office/powerpoint/2010/main" val="128289359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e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Galeria</vt:lpstr>
      <vt:lpstr>contabilidade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2026-09-02T07:40:04Z</dcterms:created>
  <dcterms:modified xsi:type="dcterms:W3CDTF">2026-09-02T07:41:40Z</dcterms:modified>
</cp:coreProperties>
</file>