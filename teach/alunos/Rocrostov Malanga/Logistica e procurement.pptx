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88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224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480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994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02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78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571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4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860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5437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017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363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7994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12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375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757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53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F06538-4357-4C5F-A62E-18FE9EBA8D5C}" type="datetimeFigureOut">
              <a:rPr lang="pt-PT" smtClean="0"/>
              <a:t>05/10/2026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9286E0-A232-46AD-ABE3-0C9365CDDDE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3626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DA544-3EE6-C62B-6AD5-744555438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Logistica e procurement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A2F582-D94D-9941-8257-446902487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Procurar os fornecedores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Avaliar os produtos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CONTROLE DE ENTRADA E SAIDA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21134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101</TotalTime>
  <Words>14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Orgânico</vt:lpstr>
      <vt:lpstr>Logistica e procurement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Scoman</dc:creator>
  <cp:lastModifiedBy>Edson Scoman</cp:lastModifiedBy>
  <cp:revision>1</cp:revision>
  <dcterms:created xsi:type="dcterms:W3CDTF">2026-10-05T07:39:07Z</dcterms:created>
  <dcterms:modified xsi:type="dcterms:W3CDTF">2026-10-05T09:20:17Z</dcterms:modified>
</cp:coreProperties>
</file>